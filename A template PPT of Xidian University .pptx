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688" r:id="rId3"/>
    <p:sldId id="696" r:id="rId4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梦懵智" initials="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FFF6D-E8D1-4946-9D27-CB23461CEEB0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7EC8B-C7F1-41FA-9E2C-DAA9EEB3B0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7EC8B-C7F1-41FA-9E2C-DAA9EEB3B0E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8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8DC82-D650-4F42-B6D8-89BA30EDC86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D62DA-7F54-4DD5-BA54-66C5797829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609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logo">
            <a:extLst>
              <a:ext uri="{FF2B5EF4-FFF2-40B4-BE49-F238E27FC236}">
                <a16:creationId xmlns:a16="http://schemas.microsoft.com/office/drawing/2014/main" id="{CC3EE207-61EF-C1F7-44E2-5BFEF1B2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5" y="29981"/>
            <a:ext cx="2230175" cy="599184"/>
          </a:xfrm>
          <a:prstGeom prst="rect">
            <a:avLst/>
          </a:prstGeom>
        </p:spPr>
      </p:pic>
      <p:pic>
        <p:nvPicPr>
          <p:cNvPr id="4" name="图片 3" descr="C:/Users/pc/Desktop/lan2.pnglan2">
            <a:extLst>
              <a:ext uri="{FF2B5EF4-FFF2-40B4-BE49-F238E27FC236}">
                <a16:creationId xmlns:a16="http://schemas.microsoft.com/office/drawing/2014/main" id="{A520678B-9738-2B4D-D3F9-9C1083E067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7" b="1727"/>
          <a:stretch>
            <a:fillRect/>
          </a:stretch>
        </p:blipFill>
        <p:spPr>
          <a:xfrm>
            <a:off x="0" y="4006850"/>
            <a:ext cx="11524615" cy="2851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C:/Users/pc/Desktop/lan2.pnglan2">
            <a:extLst>
              <a:ext uri="{FF2B5EF4-FFF2-40B4-BE49-F238E27FC236}">
                <a16:creationId xmlns:a16="http://schemas.microsoft.com/office/drawing/2014/main" id="{5091BB2D-A087-16F7-9DE2-73FBD000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7" b="1727"/>
          <a:stretch>
            <a:fillRect/>
          </a:stretch>
        </p:blipFill>
        <p:spPr>
          <a:xfrm>
            <a:off x="0" y="4006850"/>
            <a:ext cx="11524615" cy="28511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079F9DF-D7C9-15BC-3567-E17EFB4D2F32}"/>
              </a:ext>
            </a:extLst>
          </p:cNvPr>
          <p:cNvSpPr/>
          <p:nvPr/>
        </p:nvSpPr>
        <p:spPr>
          <a:xfrm>
            <a:off x="0" y="2"/>
            <a:ext cx="12192000" cy="6609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 descr="logo">
            <a:extLst>
              <a:ext uri="{FF2B5EF4-FFF2-40B4-BE49-F238E27FC236}">
                <a16:creationId xmlns:a16="http://schemas.microsoft.com/office/drawing/2014/main" id="{EF31B7C5-4D72-D857-72F5-1554175E5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5" y="29981"/>
            <a:ext cx="2230175" cy="599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6185-E75D-EF8C-93AD-3222E768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5F272-F7FE-21A4-F85A-C018321066B7}"/>
              </a:ext>
            </a:extLst>
          </p:cNvPr>
          <p:cNvSpPr/>
          <p:nvPr/>
        </p:nvSpPr>
        <p:spPr>
          <a:xfrm>
            <a:off x="0" y="2"/>
            <a:ext cx="12192000" cy="6609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logo">
            <a:extLst>
              <a:ext uri="{FF2B5EF4-FFF2-40B4-BE49-F238E27FC236}">
                <a16:creationId xmlns:a16="http://schemas.microsoft.com/office/drawing/2014/main" id="{41E2BFE5-C8BE-7269-BF78-6640BA8F7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5" y="29981"/>
            <a:ext cx="2230175" cy="599184"/>
          </a:xfrm>
          <a:prstGeom prst="rect">
            <a:avLst/>
          </a:prstGeom>
        </p:spPr>
      </p:pic>
      <p:pic>
        <p:nvPicPr>
          <p:cNvPr id="4" name="图片 3" descr="C:/Users/pc/Desktop/lan2.pnglan2">
            <a:extLst>
              <a:ext uri="{FF2B5EF4-FFF2-40B4-BE49-F238E27FC236}">
                <a16:creationId xmlns:a16="http://schemas.microsoft.com/office/drawing/2014/main" id="{205C9192-9ABF-8B96-9F24-B01F072D1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7" b="1727"/>
          <a:stretch>
            <a:fillRect/>
          </a:stretch>
        </p:blipFill>
        <p:spPr>
          <a:xfrm>
            <a:off x="0" y="4006850"/>
            <a:ext cx="11524615" cy="28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82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28b410f-3bec-40fe-acbd-6c1f50f3b4ed"/>
  <p:tag name="COMMONDATA" val="eyJoZGlkIjoiZDYzNDIxYWY0YjcwNGM2MzlkMWFlYTMyNjc4MjMyZD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1</Words>
  <Application>Microsoft Office PowerPoint</Application>
  <PresentationFormat>宽屏</PresentationFormat>
  <Paragraphs>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 悦</dc:creator>
  <cp:lastModifiedBy>ylLiu</cp:lastModifiedBy>
  <cp:revision>560</cp:revision>
  <dcterms:created xsi:type="dcterms:W3CDTF">2022-10-30T06:41:00Z</dcterms:created>
  <dcterms:modified xsi:type="dcterms:W3CDTF">2026-05-16T13:32:55Z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B68CCF23C9A643508509C754488D8AC5_13</vt:lpwstr>
  </property>
  <property fmtid="{D5CDD505-2E9C-101B-9397-08002B2CF9AE}" pid="3" name="KSOProductBuildVer">
    <vt:lpwstr>2052-12.1.0.16250</vt:lpwstr>
  </property>
</Properties>
</file>